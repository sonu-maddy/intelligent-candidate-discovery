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Semantic relevance (35%)</c:v>
                </c:pt>
                <c:pt idx="1">
                  <c:v>Skill coverage (30%)</c:v>
                </c:pt>
                <c:pt idx="2">
                  <c:v>Behavioral / intent (20%)</c:v>
                </c:pt>
                <c:pt idx="3">
                  <c:v>Experience fit (15%)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84048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 ·  TRACK 1 — THE DATA &amp; AI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keyword filters: an explainable, signal-driven candidate ranking engine.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931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3931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846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4846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Challenge — Intelligent Candidate Discovery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7607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760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5760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name&gt;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27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proposed solution?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modular candidate-ranking pipeline that scores every candidate against a job posting across four signal types — contextual semantic relevance, skill coverage, experience fit, and behavioral / intent signals — and returns a ranked shortlist with a plain-English justification for every score.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differentiates this approach from traditional matching systems?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92024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8013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keywords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12140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vs the JD AND a synthesized 'ideal candidate' profile — surfaces 'hidden gems' phrased differently from the posting.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79806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79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/ intent signals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99923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who is reachable right now via activity recency, upskilling, and engagement — most systems skip this entirely.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67588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5570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877056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= 4 components + matched/missing skills + a plain-English justification. No black box.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45537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Hallucination-safe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75488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justifications are template-filled from facts; the optional LLM layer is grounding-checked with automatic fallback.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5431536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53126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5632704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 to point at a new dataset, or to swap the embedding layer for a production model.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Understanding &amp; Candidate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 extracted from every JD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099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vs. preferred skills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25-skill taxonomy with synonyms/abbreviations (e.g. "ML" ↔ "machine learning"), classified using sentence-level cue detection.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years extracted via pattern matching (e.g. "2-5 years", "3+ years").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86784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679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87952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/ mid / senior / lead, via keyword detection.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469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ideal candidate profile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26694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synthesized skills-forward description used as a SECOND comparison target for semantic matching.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candidate fit is evaluated beyond keyword matching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1737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signals, combined into final_score. Behavioral/intent (20%) is the signal most systems skip — it captures who is reachable right now.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92240" y="233172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 =  </a:t>
            </a:r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 × semantic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× skill_match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 × experience_fit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 × behavioral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 0.85 confidence discount if the profile is flagged sparse_profile — see slide 5)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candidates are retrieved, scored &amp; ranked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in the pool is scored against every job — a complete re-score, not a coarse pre-filter. At this scale (~45 candidates × 3 jobs) this runs in under 2 seconds, and guarantees no 'hidden gem' is filtered out before scoring.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algorithms &amp; heuristics used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333756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Truncated SVD (LSA) for semantic embeddings — offline, no model downloads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sentence-cue NLP for required vs. preferred skill classification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Taxonomy-based skill extraction with word-boundary matching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Trapezoidal experience-fit curve (steep penalty if under-qualified, gentle if over)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Pool-relative min-max normalization for behavioral signals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grounded Claude re-ranking for top-N, with hallucination rejection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Data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5361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decisions are explained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justification is built ENTIRELY from pre-computed fields: contextual-fit tier, matched/missing required skills, experience-vs-range, and behavioral highlights. A template fill, not free generation — zero hallucination risk by construction.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160020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361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hallucinations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LLM step's output is re-scanned with the same taxonomy skill extractor used everywhere else. If it asserts a skill outside the 'grounding set' (JD skills + candidate's own detected skills), that justification is REJECTED and the rule-based one is used instead.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6002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5361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the loop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057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row carries a justification_source (rule_based / llm) flag. Quality flags below are SURFACED for recruiter review, not silently acted on — except the sparse-profile score discount, where confidence is genuinely low.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inconsistent, low-quality, or suspicious profiles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64240" cy="2011680"/>
        </p:xfrm>
        <a:graphic>
          <a:graphicData uri="http://schemas.openxmlformats.org/drawingml/2006/table">
            <a:tbl>
              <a:tblPr/>
              <a:tblGrid>
                <a:gridCol w="3108960"/>
                <a:gridCol w="4389120"/>
                <a:gridCol w="3566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sparse_profile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text under 8 words — too little to assess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score discounted ×0.85, noted in justification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implausible_experience_value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years_experience negative or &gt; 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Surfaced for review (no auto-penalty)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skills_not_substantiated_in_narrative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 of listed skills never appear in the resume narrative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Surfaced for review (possible keyword-stuffing)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possible_duplicate_profile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text near-identical to another candidate's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Surfaced for review, noted in justification (possible spam/fraud)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description input to a ranked, explainable shortlist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071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07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7190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20665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descriptions, candidate profiles, behavioral signals, skill taxonomy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2598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259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29718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Job Understanding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3192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each JD → required/preferred skills, experience range, seniority → synthesize ideal profile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5125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512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422452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Relevance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TF-IDF + LSA space across JDs, ideal profiles &amp; resumes → semantic scores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385816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57652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765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547725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58247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Skill-match, experience-fit, and pool-normalized behavioral/intent scores per candidate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36792" y="1627632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01384" y="200710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501384" y="2007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0024" y="17190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50024" y="20665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sparse / implausible / duplicate profiles → confidence multiplier + reviewer notes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36792" y="2880360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01384" y="325983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501384" y="3259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0024" y="29718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0024" y="33192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→ ranked shortlist + plain-English justification per candidate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36792" y="4133088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01384" y="451256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4512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50024" y="422452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Refinement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50024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re-ranking / justification polish for top-N, with automatic hallucination rejection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36792" y="5385816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01384" y="57652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501384" y="5765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50024" y="547725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50024" y="58247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ranked_shortlist.csv — rank, full score breakdown, matched skills, quality flags, justification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11457432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1/3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Hidden-gem candidates (off-title, real ML substance) rank in the top third — ahead of a dozen+ adjacent-domain candidates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sec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23774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run: ~45 candidates × 3 jobs, fit + score, on a standard CPU — fully offline, no GPU/model downloads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66760" y="23774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ranking decisions are explainable — every score = 4 components + matched/missing skills + plain-English justification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included 44-candidate / 3-job demo dataset shows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with a 100% required-skill match but a profile dormant for 4+ months ranks below several candidates with lower raw skill overlap but strong recent activity — the behavioral signal is doing real work, not decoration.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Off-domain candidates (Sales, HR, Content) correctly sink to the bottom of every job's ranking.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'suspicious' profiles (sparse, implausible experience, duplicate text) are all correctly flagged and surfaced with explanations.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real-dataset numbers once available (see SUBMISSION_GUIDE §4).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484632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</a:tblGrid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implementation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/ numpy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loading, feature computation, normalization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(TfidfVectorizer, TruncatedSVD)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semantic embeddings (TF-IDF + LSA) — no model downloads, fully reproducible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PyYAML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Config-driven design — data paths, column mapping, ranking weights all externalized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demo dashboard for live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 API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LLM re-ranking / justification refinement, with automatic hallucination rejection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36676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6410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41080" y="214884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deliberately for an offline-first, dependency-light, fully explainable baseline — architected so production-grade components (sentence embeddings, learning-to-rank) can be swapped in without touching the rest of the pipeline.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swap point is documented in the README (§3.2, §3.5).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Assets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719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21762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&lt;your repo URL — make sure it's public&gt;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3319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37764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&lt;link, if recorded — e.g. streamlit run app.py walkthrough&gt;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4919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 File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outputs/ranked_shortlist.csv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200400"/>
            <a:ext cx="5486400" cy="54864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Discovery — India Runs, Track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   ·   &lt;contact email / LinkedIn&gt;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</dc:title>
  <dc:subject>PptxGenJS Presentation</dc:subject>
  <dc:creator>India Runs Submission</dc:creator>
  <cp:lastModifiedBy>India Runs Submission</cp:lastModifiedBy>
  <cp:revision>1</cp:revision>
  <dcterms:created xsi:type="dcterms:W3CDTF">2026-06-16T07:21:48Z</dcterms:created>
  <dcterms:modified xsi:type="dcterms:W3CDTF">2026-06-16T07:21:48Z</dcterms:modified>
</cp:coreProperties>
</file>